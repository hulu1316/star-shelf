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C:\Users\xiaos\WorkBuddy\2026-07-24-20-56-58\app\&#21551;&#21160;&#25429;&#26143;&#23569;&#24180;.ba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463040"/>
            <a:ext cx="9966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8C7A"/>
                </a:solidFill>
                <a:latin typeface="Microsoft YaHei"/>
              </a:rPr>
              <a:t>捕星少年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34640"/>
            <a:ext cx="9966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6BB6E0"/>
                </a:solidFill>
                <a:latin typeface="Microsoft YaHei"/>
              </a:rPr>
              <a:t>暑假作业打卡 · 家庭版</a:t>
            </a: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4023360" y="4023360"/>
            <a:ext cx="4114800" cy="1097280"/>
          </a:xfrm>
          <a:prstGeom prst="roundRect">
            <a:avLst/>
          </a:prstGeom>
          <a:solidFill>
            <a:srgbClr val="FF8C7A"/>
          </a:solidFill>
          <a:ln>
            <a:solidFill>
              <a:srgbClr val="FF8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▶ 打开捕星少年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94960"/>
            <a:ext cx="9966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C5147"/>
                </a:solidFill>
                <a:latin typeface="Microsoft YaHei"/>
              </a:rPr>
              <a:t>点击按钮会自动启动服务并在浏览器打开应用（渲染更清晰）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8C7A"/>
                </a:solidFill>
                <a:latin typeface="Microsoft YaHei"/>
              </a:rPr>
              <a:t>怎么用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D2A26"/>
                </a:solidFill>
                <a:latin typeface="Microsoft YaHei"/>
              </a:rPr>
              <a:t>1. 在封面页点击「▶ 打开捕星少年」按钮</a:t>
            </a:r>
          </a:p>
          <a:p>
            <a:pPr algn="l"/>
            <a:r>
              <a:rPr sz="2000" b="0">
                <a:solidFill>
                  <a:srgbClr val="2D2A26"/>
                </a:solidFill>
                <a:latin typeface="Microsoft YaHei"/>
              </a:rPr>
              <a:t>2. 等待浏览器自动弹出捕星少年（首次会后台启动服务）</a:t>
            </a:r>
          </a:p>
          <a:p>
            <a:pPr algn="l"/>
            <a:r>
              <a:rPr sz="2000" b="0">
                <a:solidFill>
                  <a:srgbClr val="2D2A26"/>
                </a:solidFill>
                <a:latin typeface="Microsoft YaHei"/>
              </a:rPr>
              <a:t>3. 用账号登录：家长 Mum（手动输入）/ 孩子 Damon、Lemon</a:t>
            </a:r>
          </a:p>
          <a:p>
            <a:pPr algn="l"/>
            <a:r>
              <a:rPr sz="2000" b="0">
                <a:solidFill>
                  <a:srgbClr val="2D2A26"/>
                </a:solidFill>
                <a:latin typeface="Microsoft YaHei"/>
              </a:rPr>
              <a:t>4. 孩子端录入作业、每天打卡攒星星；家长端看进度、设奖励</a:t>
            </a:r>
          </a:p>
          <a:p>
            <a:pPr algn="l"/>
            <a:r>
              <a:rPr sz="2000" b="0">
                <a:solidFill>
                  <a:srgbClr val="2D2A26"/>
                </a:solidFill>
                <a:latin typeface="Microsoft YaHei"/>
              </a:rPr>
              <a:t>5. 用完直接关浏览器即可，服务在后台继续运行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6BB6E0"/>
                </a:solidFill>
                <a:latin typeface="Microsoft YaHei"/>
              </a:rPr>
              <a:t>账号一览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8C7A"/>
                </a:solidFill>
                <a:latin typeface="Microsoft YaHei"/>
              </a:rPr>
              <a:t>家长端  Mum</a:t>
            </a:r>
          </a:p>
          <a:p>
            <a:pPr algn="l"/>
            <a:r>
              <a:rPr sz="1600" b="0">
                <a:solidFill>
                  <a:srgbClr val="5C5147"/>
                </a:solidFill>
                <a:latin typeface="Microsoft YaHei"/>
              </a:rPr>
              <a:t>已隐藏，不在登录页显示；登录时手动输入用户名 Mum，密码 20260725</a:t>
            </a:r>
          </a:p>
          <a:p>
            <a:pPr algn="l"/>
            <a:r>
              <a:rPr sz="2200" b="0">
                <a:solidFill>
                  <a:srgbClr val="2D2A26"/>
                </a:solidFill>
                <a:latin typeface="Microsoft YaHei"/>
              </a:rPr>
              <a:t>孩子端  Damon</a:t>
            </a:r>
          </a:p>
          <a:p>
            <a:pPr algn="l"/>
            <a:r>
              <a:rPr sz="1600" b="0">
                <a:solidFill>
                  <a:srgbClr val="5C5147"/>
                </a:solidFill>
                <a:latin typeface="Microsoft YaHei"/>
              </a:rPr>
              <a:t>用户名 Damon / 密码 2013</a:t>
            </a:r>
          </a:p>
          <a:p>
            <a:pPr algn="l"/>
            <a:r>
              <a:rPr sz="2200" b="0">
                <a:solidFill>
                  <a:srgbClr val="2D2A26"/>
                </a:solidFill>
                <a:latin typeface="Microsoft YaHei"/>
              </a:rPr>
              <a:t>孩子端  Lemon</a:t>
            </a:r>
          </a:p>
          <a:p>
            <a:pPr algn="l"/>
            <a:r>
              <a:rPr sz="1600" b="0">
                <a:solidFill>
                  <a:srgbClr val="5C5147"/>
                </a:solidFill>
                <a:latin typeface="Microsoft YaHei"/>
              </a:rPr>
              <a:t>用户名 Lemon / 密码 2016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8C7A"/>
                </a:solidFill>
                <a:latin typeface="Microsoft YaHei"/>
              </a:rPr>
              <a:t>注意事项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D2A26"/>
                </a:solidFill>
                <a:latin typeface="Microsoft YaHei"/>
              </a:rPr>
              <a:t>· 启动按钮依赖本机已安装 Node.js（已具备），并会自动在后台运行服务</a:t>
            </a:r>
          </a:p>
          <a:p>
            <a:pPr algn="l"/>
            <a:r>
              <a:rPr sz="1800" b="0">
                <a:solidFill>
                  <a:srgbClr val="2D2A26"/>
                </a:solidFill>
                <a:latin typeface="Microsoft YaHei"/>
              </a:rPr>
              <a:t>· 数据全部存在本机 app/data.json，不会上传到任何网络，隐私安全</a:t>
            </a:r>
          </a:p>
          <a:p>
            <a:pPr algn="l"/>
            <a:r>
              <a:rPr sz="1800" b="0">
                <a:solidFill>
                  <a:srgbClr val="2D2A26"/>
                </a:solidFill>
                <a:latin typeface="Microsoft YaHei"/>
              </a:rPr>
              <a:t>· 服务在后台运行时，关掉浏览器不会停止；重启电脑后需再点一次按钮</a:t>
            </a:r>
          </a:p>
          <a:p>
            <a:pPr algn="l"/>
            <a:r>
              <a:rPr sz="1800" b="0">
                <a:solidFill>
                  <a:srgbClr val="2D2A26"/>
                </a:solidFill>
                <a:latin typeface="Microsoft YaHei"/>
              </a:rPr>
              <a:t>· 想要「在幻灯片里直接显示网页」可试 PowerPoint 的 Web Viewer 插件，</a:t>
            </a:r>
          </a:p>
          <a:p>
            <a:pPr algn="l"/>
            <a:r>
              <a:rPr sz="1800" b="0">
                <a:solidFill>
                  <a:srgbClr val="2D2A26"/>
                </a:solidFill>
                <a:latin typeface="Microsoft YaHei"/>
              </a:rPr>
              <a:t>  但旧版网页引擎可能排版不全，故推荐用浏览器方式使用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